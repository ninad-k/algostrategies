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yCapit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1280160"/>
            <a:ext cx="4114800" cy="1140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004AAC"/>
                </a:solidFill>
                <a:latin typeface="Calibri"/>
              </a:rPr>
              <a:t>Automation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6B7280"/>
                </a:solidFill>
                <a:latin typeface="Calibri"/>
              </a:rPr>
              <a:t>Overview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Presented by  &lt;Your Name&gt;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"/>
            <a:ext cx="214362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2860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D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What we'll walk through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Department Overview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Tools &amp; Technologies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Achievements &amp; Metrics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Current Projects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Challenges &amp; Lessons Learned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Future Roadmap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Trading / Algo-Specific Automation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Q&amp;A /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Rey Capital  •  Smart Investments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"/>
            <a:ext cx="214362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2860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Calibri"/>
              </a:rPr>
              <a:t>Department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D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Who we are and what we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Mission, vision, and role within the organization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Team structure and key members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Current projects and initiatives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Rey Capital  •  Smart Investments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"/>
            <a:ext cx="214362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2860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Calibri"/>
              </a:rPr>
              <a:t>Tools &amp;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D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Our modern automation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AI / ML integration in automation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Leveraging LLMs for code generation, review, and ops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Intelligent decisioning inside automated workflows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Continuous experimentation and model feedback loops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Rey Capital  •  Smart Investments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"/>
            <a:ext cx="214362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2860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Calibri"/>
              </a:rPr>
              <a:t>Achievements &amp;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D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Measurable impact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Hours saved  /  ROI delivered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Error reduction rates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Key success stories  /  case studies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Before vs. after comparisons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Rey Capital  •  Smart Investments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"/>
            <a:ext cx="214362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2860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Calibri"/>
              </a:rPr>
              <a:t>Current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D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What we're actively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In-flight automations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Pipeline of upcoming work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Cross-team collaborations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Rey Capital  •  Smart Investments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"/>
            <a:ext cx="214362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2860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Calibri"/>
              </a:rPr>
              <a:t>Challenges &amp; Lessons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D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What we're solving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Common bottlenecks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Change management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Maintenance overhead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Rey Capital  •  Smart Investments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"/>
            <a:ext cx="214362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2860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Calibri"/>
              </a:rPr>
              <a:t>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D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Where we're headed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AI-driven  /  intelligent automation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Hyperautomation strategy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Upskilling and training plans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Rey Capital  •  Smart Investments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"/>
            <a:ext cx="214362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2860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Calibri"/>
              </a:rPr>
              <a:t>Trading / Algo-Specific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D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Automation applied to our trading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EA  /  strategy automation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Backtesting pipelines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Broker connector automation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Monitoring dashboards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Rey Capital  •  Smart Investments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"/>
            <a:ext cx="2143627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22860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Calibri"/>
              </a:rPr>
              <a:t>Q&amp;A  / 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BD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Let's see it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Live demo of a flagship automation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 Open floor for questions and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Rey Capital  •  Smart Investments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yCapita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07" y="1097280"/>
            <a:ext cx="3840480" cy="10648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38328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BDD4F5"/>
                </a:solidFill>
                <a:latin typeface="Calibri"/>
              </a:rPr>
              <a:t>Q &amp; A   •   Live Demo   •   Open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DD4F5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