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Roles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flow, RBAC permission model, and trade allocation approval workflow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804672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8046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572768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" y="1572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+ password)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331720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2331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(15 min)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Refresh Token (7d)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3090672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8600" y="30906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Bearer: &lt;access_token&gt;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858768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3858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expired?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617720"/>
            <a:ext cx="2286000" cy="475488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4617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/auth/logout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both tokens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71600" y="1280160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71600" y="2039112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371600" y="2798064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371600" y="3557016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371600" y="4315968"/>
            <a:ext cx="0" cy="283464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228600" y="6583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FLOW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926080" y="804672"/>
            <a:ext cx="3474720" cy="118872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26080" y="804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Auth Middleware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26080" y="1024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Verify JWT signature (HS256 / RS256)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26080" y="1344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token blacklist (Redis)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926080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Decode user_id + role from payload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926080" y="2176272"/>
            <a:ext cx="3474720" cy="100584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926080" y="21762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Permission Check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9260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-&gt; Permission lookup in admin_data.users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926080" y="2670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access: check user_permissions table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92608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 if insufficient permission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926080" y="3364992"/>
            <a:ext cx="3474720" cy="45720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926080" y="3364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 write-action to audit_log table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514600" y="1042416"/>
            <a:ext cx="4114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2514600" y="2468880"/>
            <a:ext cx="4114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</p:sp>
      <p:sp>
        <p:nvSpPr>
          <p:cNvPr id="48" name="Text 46"/>
          <p:cNvSpPr/>
          <p:nvPr/>
        </p:nvSpPr>
        <p:spPr>
          <a:xfrm>
            <a:off x="6720840" y="65836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HIERARCHY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720840" y="841248"/>
            <a:ext cx="512064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20840" y="841248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8412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63840" y="8412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access. Manage users, config, audit.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78040" y="1554480"/>
            <a:ext cx="420624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78040" y="1554480"/>
            <a:ext cx="7315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87768" y="15544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321040" y="1554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uploads, disputes, all reports.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635240" y="2267712"/>
            <a:ext cx="329184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635240" y="2267712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44968" y="226771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778240" y="22677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assigned traders. Propose allocations.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001000" y="2980944"/>
            <a:ext cx="256032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001000" y="2980944"/>
            <a:ext cx="73152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10728" y="29809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144000" y="29809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Read-only. Scoped to permitted categories.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366760" y="3694176"/>
            <a:ext cx="1828800" cy="566928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366760" y="3694176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76488" y="36941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509760" y="36941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 only. No config access.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281160" y="1408176"/>
            <a:ext cx="0" cy="14630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9281160" y="2121408"/>
            <a:ext cx="0" cy="14630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9281160" y="2834640"/>
            <a:ext cx="0" cy="14630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9281160" y="3547872"/>
            <a:ext cx="0" cy="146304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3" name="Text 71"/>
          <p:cNvSpPr/>
          <p:nvPr/>
        </p:nvSpPr>
        <p:spPr>
          <a:xfrm>
            <a:off x="228600" y="5230368"/>
            <a:ext cx="1170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ALLOCATION APPROVAL WORKFLOW  (Editor → Admin/Super Admin)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28600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28600" y="5440680"/>
            <a:ext cx="2926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860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74320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965960" y="5806440"/>
            <a:ext cx="1645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2130552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130552" y="5440680"/>
            <a:ext cx="292608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130552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176272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Creates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Req.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867912" y="5806440"/>
            <a:ext cx="1645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84" name="Shape 82"/>
          <p:cNvSpPr/>
          <p:nvPr/>
        </p:nvSpPr>
        <p:spPr>
          <a:xfrm>
            <a:off x="4032504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032504" y="5440680"/>
            <a:ext cx="29260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32504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078224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69864" y="5806440"/>
            <a:ext cx="164592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arrow"/>
          </a:ln>
        </p:spPr>
      </p:sp>
      <p:sp>
        <p:nvSpPr>
          <p:cNvPr id="89" name="Shape 87"/>
          <p:cNvSpPr/>
          <p:nvPr/>
        </p:nvSpPr>
        <p:spPr>
          <a:xfrm>
            <a:off x="5934456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934456" y="5440680"/>
            <a:ext cx="292608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34456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980176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Assign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671816" y="5806440"/>
            <a:ext cx="1645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7836408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7836408" y="544068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36408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882128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Notify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9573768" y="5806440"/>
            <a:ext cx="16459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99" name="Shape 97"/>
          <p:cNvSpPr/>
          <p:nvPr/>
        </p:nvSpPr>
        <p:spPr>
          <a:xfrm>
            <a:off x="9738360" y="5440680"/>
            <a:ext cx="1737360" cy="731520"/>
          </a:xfrm>
          <a:prstGeom prst="rect">
            <a:avLst/>
          </a:prstGeom>
          <a:solidFill>
            <a:srgbClr val="1C3050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9738360" y="5440680"/>
            <a:ext cx="292608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738360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9784080" y="5715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6803136" y="6172200"/>
            <a:ext cx="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 —  Dual-Schema PostgreSQL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trade_data schema (write-heavy) and admin_data schema (config + user management) in one PostgreSQL instance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768096"/>
            <a:ext cx="11795760" cy="5833872"/>
          </a:xfrm>
          <a:prstGeom prst="rect">
            <a:avLst/>
          </a:prstGeom>
          <a:solidFill>
            <a:srgbClr val="0A1520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768096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—  Single Instance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097280"/>
            <a:ext cx="5394960" cy="5303520"/>
          </a:xfrm>
          <a:prstGeom prst="rect">
            <a:avLst/>
          </a:prstGeom>
          <a:solidFill>
            <a:srgbClr val="0A20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097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trade_data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1463040"/>
            <a:ext cx="5120640" cy="786384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463040"/>
            <a:ext cx="5120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4630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1700784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 · account_id · open_time · close_time · symbol · type · volume · open_price · close_price · sl · tp · commission · swap · profit · comment · magic_number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02920" y="2368296"/>
            <a:ext cx="5120640" cy="786384"/>
          </a:xfrm>
          <a:prstGeom prst="rect">
            <a:avLst/>
          </a:prstGeom>
          <a:solidFill>
            <a:srgbClr val="1C305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368296"/>
            <a:ext cx="5120640" cy="2194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3682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trade_attributions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" y="260604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attribution_id · ticket_id · category_type · category_id · assigned_by · assigned_at · is_primary · source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02920" y="3273552"/>
            <a:ext cx="5120640" cy="786384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273552"/>
            <a:ext cx="51206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2735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risk_metrics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" y="3511296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 · planned_rr · realised_rr · rr_deviation · planned_ev · realised_ev · has_sl · has_tp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502920" y="4178808"/>
            <a:ext cx="5120640" cy="786384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178808"/>
            <a:ext cx="512064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788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dispute_queue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4416552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 · flagged_at · flag_reason · candidate_categories · status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02920" y="5084064"/>
            <a:ext cx="5120640" cy="786384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5084064"/>
            <a:ext cx="512064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0840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6928" y="5321808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account_id · account_name · broker · currency · created_at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035040" y="1097280"/>
            <a:ext cx="5760720" cy="5303520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1097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admin_data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1463040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1463040"/>
            <a:ext cx="548640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1463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36208" y="1664208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email · password_hash · full_name · role · status · created_at · last_login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6172200" y="2025396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2025396"/>
            <a:ext cx="54864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20253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user_permissions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36208" y="2226564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category_type · category_id · granted_by · granted_at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6172200" y="2587752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2587752"/>
            <a:ext cx="54864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5877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/ strategies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36208" y="278892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display_name · accounts[] · magic_numbers[] · created_by · status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6172200" y="3150108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3150108"/>
            <a:ext cx="548640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31501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attribution_rules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36208" y="3351276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rule_id · rule_type · priority · account_ids · lot_size · comment_pattern · magic_numbers · status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6172200" y="3712464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3712464"/>
            <a:ext cx="548640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37124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approval_queue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36208" y="3913632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 · ticket_id · proposed_category_id · proposed_by · status · reviewed_by · reviewed_at · rejection_reason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6172200" y="4274820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4274820"/>
            <a:ext cx="548640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2200" y="42748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dashboard_layouts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36208" y="4475988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layout_config (jsonb) · theme · default_date_range · pinned_cards · column_visibility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6172200" y="4837176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4837176"/>
            <a:ext cx="54864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200" y="483717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36208" y="5038344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 · report_type · generated_by · period_start · period_end · filters (jsonb) · data_snapshot (jsonb)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172200" y="5399532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5399532"/>
            <a:ext cx="54864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200" y="53995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236208" y="560070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 · timestamp · user_id · action_type · entity_type · entity_id · old_value (jsonb) · new_value (jsonb) · ip_address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6172200" y="5961888"/>
            <a:ext cx="5486400" cy="548640"/>
          </a:xfrm>
          <a:prstGeom prst="rect">
            <a:avLst/>
          </a:prstGeom>
          <a:solidFill>
            <a:srgbClr val="1C3050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72200" y="5961888"/>
            <a:ext cx="5486400" cy="1828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5961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refresh_tokens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236208" y="6163056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token_id · user_id · token_hash · issued_at · expires_at · revoked_at · device_fingerprint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5623560" y="1856232"/>
            <a:ext cx="54864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dash"/>
            <a:tailEnd type="arrow"/>
          </a:ln>
        </p:spPr>
      </p:sp>
      <p:sp>
        <p:nvSpPr>
          <p:cNvPr id="79" name="Text 77"/>
          <p:cNvSpPr/>
          <p:nvPr/>
        </p:nvSpPr>
        <p:spPr>
          <a:xfrm>
            <a:off x="5212080" y="1709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assigned_by</a:t>
            </a:r>
            <a:endParaRPr lang="en-US" sz="550" dirty="0"/>
          </a:p>
          <a:p>
            <a:pPr algn="ctr" indent="0" marL="0">
              <a:buNone/>
            </a:pPr>
            <a:r>
              <a:rPr lang="en-US" sz="5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user_id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830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3774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718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6052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75488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34924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94360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37960"/>
            <a:ext cx="12161520" cy="0"/>
          </a:xfrm>
          <a:prstGeom prst="line">
            <a:avLst/>
          </a:prstGeom>
          <a:noFill/>
          <a:ln w="12700">
            <a:solidFill>
              <a:srgbClr val="15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45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 —  MVP vs Full Implementation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52120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upgrade path: every full-stack component wraps or extends the MVP — no rewrites required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777240"/>
            <a:ext cx="2011680" cy="32004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67712" y="777240"/>
            <a:ext cx="4754880" cy="320040"/>
          </a:xfrm>
          <a:prstGeom prst="rect">
            <a:avLst/>
          </a:prstGeom>
          <a:solidFill>
            <a:srgbClr val="0A2E1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59168" y="777240"/>
            <a:ext cx="4892040" cy="320040"/>
          </a:xfrm>
          <a:prstGeom prst="rect">
            <a:avLst/>
          </a:prstGeom>
          <a:solidFill>
            <a:srgbClr val="1A1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777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133856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1338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67712" y="1133856"/>
            <a:ext cx="475488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1133856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+ Recharts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059168" y="1133856"/>
            <a:ext cx="489204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1133856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TypeScript + shadcn/ui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React Query + Zustand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(incremental migration)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03720" y="1453896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228600" y="1801368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18013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67712" y="1801368"/>
            <a:ext cx="47548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801368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handlers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059168" y="1801368"/>
            <a:ext cx="489204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1801368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 handlers)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queue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03720" y="2121408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228600" y="2468880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67712" y="2468880"/>
            <a:ext cx="475488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246888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trade_data + admin_data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indexes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59168" y="2468880"/>
            <a:ext cx="489204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23176" y="2468880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partitioning (trade_data)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03720" y="2788920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228600" y="3136392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1363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67712" y="3136392"/>
            <a:ext cx="47548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31720" y="3136392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+ bcrypt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blacklist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059168" y="3136392"/>
            <a:ext cx="489204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3136392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(asymmetric)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token blacklist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via Nginx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03720" y="3456432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228600" y="3803904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8039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67712" y="3803904"/>
            <a:ext cx="475488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31720" y="3803904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(direct DB reads)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59168" y="3803904"/>
            <a:ext cx="489204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3176" y="3803904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 + API cache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broker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903720" y="4123944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228600" y="4471416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4714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267712" y="4471416"/>
            <a:ext cx="47548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31720" y="4471416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(uploads folder)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059168" y="4471416"/>
            <a:ext cx="489204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3176" y="4471416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object store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Audit-safe file retention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903720" y="4791456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228600" y="5138928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51389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267712" y="5138928"/>
            <a:ext cx="475488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5138928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059168" y="5138928"/>
            <a:ext cx="4892040" cy="640080"/>
          </a:xfrm>
          <a:prstGeom prst="rect">
            <a:avLst/>
          </a:prstGeom>
          <a:solidFill>
            <a:srgbClr val="1C3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23176" y="5138928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Nginx reverse proxy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WSGI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903720" y="5458968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228600" y="5806440"/>
            <a:ext cx="20116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2A4A7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5806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267712" y="5806440"/>
            <a:ext cx="475488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31720" y="5806440"/>
            <a:ext cx="4626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logging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(console + file)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059168" y="5806440"/>
            <a:ext cx="4892040" cy="640080"/>
          </a:xfrm>
          <a:prstGeom prst="rect">
            <a:avLst/>
          </a:prstGeom>
          <a:solidFill>
            <a:srgbClr val="1524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3176" y="5806440"/>
            <a:ext cx="4764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(structured logs)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903720" y="6126480"/>
            <a:ext cx="-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arrow"/>
          </a:ln>
        </p:spPr>
      </p:sp>
      <p:sp>
        <p:nvSpPr>
          <p:cNvPr id="78" name="Shape 76"/>
          <p:cNvSpPr/>
          <p:nvPr/>
        </p:nvSpPr>
        <p:spPr>
          <a:xfrm>
            <a:off x="228600" y="6309360"/>
            <a:ext cx="11704320" cy="411480"/>
          </a:xfrm>
          <a:prstGeom prst="rect">
            <a:avLst/>
          </a:prstGeom>
          <a:solidFill>
            <a:srgbClr val="1A2F1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6309360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 is ADDITIVE: add Redis -&gt; enable blacklist + Celery  |  add TypeScript -&gt; migrate components incrementally  |  add MinIO -&gt; swap upload handler only  |  add K8s -&gt; wrap existing Docker images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Dashboard — Architecture Addendum</dc:title>
  <dc:subject>PptxGenJS Presentation</dc:subject>
  <dc:creator>PptxGenJS</dc:creator>
  <cp:lastModifiedBy>PptxGenJS</cp:lastModifiedBy>
  <cp:revision>1</cp:revision>
  <dcterms:created xsi:type="dcterms:W3CDTF">2026-04-01T18:25:55Z</dcterms:created>
  <dcterms:modified xsi:type="dcterms:W3CDTF">2026-04-01T18:25:55Z</dcterms:modified>
</cp:coreProperties>
</file>